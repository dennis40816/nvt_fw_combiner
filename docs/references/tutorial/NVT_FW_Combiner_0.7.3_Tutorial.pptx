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NVT FW Combiner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0.7.3 使用教學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48716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從選擇工作流、載入 BIN、Preview 到 Build report 的最短正確路徑。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995160" y="658368"/>
            <a:ext cx="4498848" cy="5303520"/>
          </a:xfrm>
          <a:prstGeom prst="roundRect">
            <a:avLst>
              <a:gd name="adj" fmla="val 1626"/>
            </a:avLst>
          </a:prstGeom>
          <a:solidFill>
            <a:srgbClr val="F4F7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1078992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6096" y="119786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Settings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902952" y="1170432"/>
            <a:ext cx="841248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76104" y="123444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setup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406640" y="1901952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6096" y="202082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Merge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902952" y="1993392"/>
            <a:ext cx="841248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76104" y="205740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workflow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406640" y="2724912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6096" y="284378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Replace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902952" y="2816352"/>
            <a:ext cx="841248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76104" y="288036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workflow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406640" y="3547872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6096" y="36667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Preview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902952" y="3639312"/>
            <a:ext cx="841248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76104" y="370332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workflow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406640" y="4370832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6096" y="448970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Report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902952" y="4462272"/>
            <a:ext cx="841248" cy="329184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76104" y="452628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evidence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02920" y="50292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版本：0.7.3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範圍：Standard / General Merge, DP / CtrlRAM / General Replace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不包含：AB Code Merge、未簽核 support claim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NVT FW Combiner 0.7.3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核心觀念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11368735" y="22860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11185855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先分清楚 Merge 與 Replace，後面就不會走錯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兩者共用同一套 planning、validation、report；差別只在輸出起點。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73952" y="224028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420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Merge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" y="2962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從空白 image 開始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3429000"/>
            <a:ext cx="42976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8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Standard Merge 使用已定義 profile</a:t>
            </a:r>
            <a:endParaRPr lang="en-US" sz="1280" dirty="0"/>
          </a:p>
          <a:p>
            <a:r>
              <a:rPr lang="en-US" sz="128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General Merge 由你輸入 source / target range</a:t>
            </a:r>
            <a:endParaRPr lang="en-US" sz="1280" dirty="0"/>
          </a:p>
          <a:p>
            <a:r>
              <a:rPr lang="en-US" sz="128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不跑 postbuild；TP CRC 類改動請用 Replace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793992" y="25420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Replace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93992" y="2962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先 clone base firmware，再修改允許範圍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93992" y="3429000"/>
            <a:ext cx="42976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8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DP Replace 修改 DP/LD 類範圍</a:t>
            </a:r>
            <a:endParaRPr lang="en-US" sz="1280" dirty="0"/>
          </a:p>
          <a:p>
            <a:r>
              <a:rPr lang="en-US" sz="128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CtrlRAM Replace 修改 TP CtrlRAM 區域</a:t>
            </a:r>
            <a:endParaRPr lang="en-US" sz="1280" dirty="0"/>
          </a:p>
          <a:p>
            <a:r>
              <a:rPr lang="en-US" sz="128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General Replace 碰到 TP/CtrlRAM 會走 Combiner postbuild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914400" y="5230368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" y="539496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545896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499616" y="5376672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選工作流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99616" y="566928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Merge 或 Replace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3090672" y="5779008"/>
            <a:ext cx="502920" cy="0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03320" y="5230368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9624" y="5394960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9624" y="545896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88536" y="5376672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載入 BIN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288536" y="5669280"/>
            <a:ext cx="1472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slot card 只收需要的檔案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080760" y="5779008"/>
            <a:ext cx="502920" cy="0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93408" y="5230368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39712" y="5394960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545896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78624" y="5376672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Preview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278624" y="5669280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先看 plan / issues / processor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9144000" y="5779008"/>
            <a:ext cx="502920" cy="0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765792" y="5230368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12096" y="5394960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12096" y="545896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351008" y="537667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Build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0351008" y="5669280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輸出 BIN 與 report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0.7.3 baseline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11368735" y="22860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11185855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這一版先做到功能可用與界面一致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0.7.3 是 reviewable baseline，不是所有 IC 都已完成 1.0 support sign-off。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51389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2359152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42316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Standard Merge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560320" y="236829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已有 golden-backed profiles；950/951 使用實際 DP 長度，不再暗示固定 0x100000。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148840"/>
            <a:ext cx="51389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28816" y="2359152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242316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General Merge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8183880" y="236829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可用 UI/CLI 做 explicit source-to-target mappings；不跑 postbuild。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813048"/>
            <a:ext cx="51389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" y="4023360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0873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Replace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560320" y="4032504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DP / CtrlRAM / General Replace workbench path 可 Preview/Build，report 有 traceability。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813048"/>
            <a:ext cx="51389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8816" y="4023360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40873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Saved rules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183880" y="4032504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CLI validate 與 General Merge rule consumption 已可用；UI Saved Rules 仍未開放。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5522976"/>
            <a:ext cx="10835640" cy="530352"/>
          </a:xfrm>
          <a:prstGeom prst="roundRect">
            <a:avLst>
              <a:gd name="adj" fmla="val 13793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5669280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9A3412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仍需 owner golden / firmware sign-off：NT51926/930 CtrlRAM final output、NT51931 category、950/951 independent DP Replace outputs、General Replace per-IC safety envelope。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NVT FW Combiner 0.7.3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開始使用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11368735" y="22860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11185855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解壓後直接開 NvtFwCombiner.exe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發佈包是 self-contained Windows x64；不需要另外安裝 .NET runtime。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5029200" cy="3017520"/>
          </a:xfrm>
          <a:prstGeom prst="roundRect">
            <a:avLst>
              <a:gd name="adj" fmla="val 2424"/>
            </a:avLst>
          </a:prstGeom>
          <a:solidFill>
            <a:srgbClr val="F4F7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3317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PACKAGE CONTENTS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26700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NvtFwCombiner.exe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999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Nfc.CrcWorker.exe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3284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external-tools/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6576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reference/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98678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RELEASE-MANIFEST.json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315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SHA256SUMS.txt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2057400"/>
            <a:ext cx="48920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23317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FIRST RUN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711696" y="2697480"/>
            <a:ext cx="40233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2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確認外部工具與 reference payload 存在</a:t>
            </a:r>
            <a:endParaRPr lang="en-US" sz="1320" dirty="0"/>
          </a:p>
          <a:p>
            <a:r>
              <a:rPr lang="en-US" sz="132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打開 Settings 看 profile / tool binding 狀態</a:t>
            </a:r>
            <a:endParaRPr lang="en-US" sz="1320" dirty="0"/>
          </a:p>
          <a:p>
            <a:r>
              <a:rPr lang="en-US" sz="132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先用 Preview 產 report，不要直接 Build</a:t>
            </a:r>
            <a:endParaRPr lang="en-US" sz="1320" dirty="0"/>
          </a:p>
          <a:p>
            <a:r>
              <a:rPr lang="en-US" sz="132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Build 後從 report 檢查 output hash 與 operation trace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685800" y="553212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EAF1F8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669280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提示：如果 Windows SmartScreen 詢問，確認來源與 SHA256SUMS 後再允許執行。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NVT FW Combiner 0.7.3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Standard Merge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11368735" y="22860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11185855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固定 profile 的合併走 Standard Merge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適合已經被 catalog 定義好的 IC/mode；range、overlay、preserve 規則由 profile 決定。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231343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37744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71016" y="2295144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選 IC / Number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71016" y="2587752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例如 NT51950 / single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337560" y="214884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3864" y="231343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3864" y="237744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922776" y="22951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選 Standard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922776" y="258775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Merge page 的 mode selector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126480" y="214884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2313432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237744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11696" y="229514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放 DP / TP BIN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711696" y="2587752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slot card 顯示 Required / selected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098280" y="214884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2313432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4584" y="237744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683496" y="22951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Preview / Build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683496" y="258775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先看 plan，再產 output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85800" y="4069080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343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950 / 951 注意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4690872"/>
            <a:ext cx="4480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DP base length 可能是 0x40000 / 0x80000 / 0x100000。UI 只有在讀到檔案長度後才會畫出實際 coverage。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63640" y="4069080"/>
            <a:ext cx="50292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343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Report 要看什麼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37960" y="4690872"/>
            <a:ext cx="4389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 operation order、output size/hash、preserved customer-info range；有 issue 就先處理，不要跳 Build。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NVT FW Combiner 0.7.3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General Merge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11368735" y="22860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11185855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高自由度合併不等於可以偷偷跑 postbuild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General Merge 只把來源 BIN 複製到空白輸出；需要 TP CRC/header 的改動請改用 Replace。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3657600" cy="3090672"/>
          </a:xfrm>
          <a:prstGeom prst="roundRect">
            <a:avLst>
              <a:gd name="adj" fmla="val 2367"/>
            </a:avLst>
          </a:prstGeom>
          <a:solidFill>
            <a:srgbClr val="F4F7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4231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MAPPING ROW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source start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27889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0x000000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3227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target start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0" y="322783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0x020000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36667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length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86000" y="36667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0x004000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41056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source BIN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86000" y="41056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dp_patch.bin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657600"/>
            <a:ext cx="914400" cy="0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89320" y="2148840"/>
            <a:ext cx="2194560" cy="309067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514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Blank output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3063240"/>
            <a:ext cx="1371600" cy="1325880"/>
          </a:xfrm>
          <a:prstGeom prst="rect">
            <a:avLst/>
          </a:prstGeom>
          <a:solidFill>
            <a:srgbClr val="EAF1F8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547872"/>
            <a:ext cx="13716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32520" y="2148840"/>
            <a:ext cx="2560320" cy="3090672"/>
          </a:xfrm>
          <a:prstGeom prst="roundRect">
            <a:avLst>
              <a:gd name="adj" fmla="val 2857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25237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不要用它改 TP CRC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52560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91B1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General Merge 不會呼叫 Combiner。切到 TP / CtrlRAM 的情境，請改走 General Replace 或 CtrlRAM Replace。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NVT FW Combiner 0.7.3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Replace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11368735" y="22860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11185855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Replace 一律先選 base，再選替換範圍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Base BIN 是輸出起點；所有 Replace 都會保留未授權改動區域。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33375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2615184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267919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DP Replace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005840" y="315468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替換 DP / profile-declared LD。950/951 依 base 長度決定 work length。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1005840" y="42519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需要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26464" y="42428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Base flash BIN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2286000"/>
            <a:ext cx="33375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615184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267919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CtrlRAM Replace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只替換 TP CtrlRAM rows/groups；完成後依 IC/Number 跑 postbuild。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4773168" y="42519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需要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193792" y="42428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Base flash BIN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47888" y="2286000"/>
            <a:ext cx="33375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76488" y="2615184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267919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General Replace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540496" y="315468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指定 target range 對應 replacement BIN；碰 TP/CtrlRAM 會追加 postbuild。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8540496" y="42519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需要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961120" y="42428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Base flash BIN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3232" y="5349240"/>
            <a:ext cx="10725912" cy="530352"/>
          </a:xfrm>
          <a:prstGeom prst="roundRect">
            <a:avLst>
              <a:gd name="adj" fmla="val 13793"/>
            </a:avLst>
          </a:prstGeom>
          <a:solidFill>
            <a:srgbClr val="EAF1F8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550468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Number selector 會影響可選 CtrlRAM region 與 postbuild branch；先選好 IC/Number，再載入 BIN。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NVT FW Combiner 0.7.3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CtrlRAM Replace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11368735" y="22860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11185855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CtrlRAM Replace 的關鍵是 base 版本與 postbuild category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NT51926 / NT51930 會從 FWConfig Common FW 版本選 1.x 或 2.0 category。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231343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37744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71016" y="2295144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載入 base BIN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71016" y="2587752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讀 Common FW / FW bar / PID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127248" y="2697480"/>
            <a:ext cx="502920" cy="0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21488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95344" y="2313432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95344" y="237744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34256" y="229514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選 region slots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334256" y="2587752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Normal / MP / VN / NF / DiffDLM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446520" y="2697480"/>
            <a:ext cx="502920" cy="0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59168" y="214884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05472" y="2313432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237744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644384" y="2295144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跑 Combiner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44384" y="2587752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host staging copy，不改原始 BIN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601200" y="2697480"/>
            <a:ext cx="502920" cy="0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76688" y="214884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22992" y="2313432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22992" y="237744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661904" y="2295144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驗證差異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661904" y="2587752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只允許 declared write ranges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85800" y="4114800"/>
            <a:ext cx="52578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3708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如果 replace input 太長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60120" y="4709160"/>
            <a:ext cx="45720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CtrlRAM profile 可宣告 truncation policy；report 會顯示 warning，不會把警告當阻塞錯誤。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55080" y="4114800"/>
            <a:ext cx="49834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4370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如果 postbuild 後有差異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629400" y="4709160"/>
            <a:ext cx="4343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Report 的 Output differences 會標示 accepted CRC/header range 或 blocking issue。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NVT FW Combiner 0.7.3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General Replace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11368735" y="22860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11185855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General Replace 可以換指定區域，但不會放掉 protected rows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用途是明確、可審計的 range replacement；不是繞過 profile 安全邊界。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3017520" cy="2926080"/>
          </a:xfrm>
          <a:prstGeom prst="roundRect">
            <a:avLst>
              <a:gd name="adj" fmla="val 2500"/>
            </a:avLst>
          </a:prstGeom>
          <a:solidFill>
            <a:srgbClr val="F4F7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414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BASE IMAGE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115568" y="288036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3456432"/>
            <a:ext cx="192024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" y="3858768"/>
            <a:ext cx="192024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5079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紅色 = protected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214884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4414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MAPPING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17720" y="29077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0x020000 + 0x1000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replacement.bin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17720" y="3794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Target 必須在允許 envelope，且不能撞 protected/header/customer/project/backup rows。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2148840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F0FDFA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4414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TP TOUCH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412480" y="2880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碰到 TP / CtrlRAM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3310128"/>
            <a:ext cx="2377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766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會追加 selected legacy Combiner postbuild refresh；report 會列出 argv、read/write range 與 output diff。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NVT FW Combiner 0.7.3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Report / History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11368735" y="22860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11185855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Report 是判斷成功與否的主要畫面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不要只看有沒有 output；要看 operation trace、processor、output diff 與 blocking issue。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5074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317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CURRENT REPORT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434340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4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Status: Succeeded / warning / blocked</a:t>
            </a:r>
            <a:endParaRPr lang="en-US" sz="1240" dirty="0"/>
          </a:p>
          <a:p>
            <a:r>
              <a:rPr lang="en-US" sz="124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Inputs: file hash, IC, Number</a:t>
            </a:r>
            <a:endParaRPr lang="en-US" sz="1240" dirty="0"/>
          </a:p>
          <a:p>
            <a:r>
              <a:rPr lang="en-US" sz="124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Operations: source, target, overlap, processor</a:t>
            </a:r>
            <a:endParaRPr lang="en-US" sz="1240" dirty="0"/>
          </a:p>
          <a:p>
            <a:r>
              <a:rPr lang="en-US" sz="124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Output differences: accepted CRC/header or unexpected</a:t>
            </a:r>
            <a:endParaRPr lang="en-US" sz="1240" dirty="0"/>
          </a:p>
          <a:p>
            <a:r>
              <a:rPr lang="en-US" sz="124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Artifact path: where Build output was written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400800" y="2057400"/>
            <a:ext cx="4892040" cy="3474720"/>
          </a:xfrm>
          <a:prstGeom prst="roundRect">
            <a:avLst>
              <a:gd name="adj" fmla="val 2105"/>
            </a:avLst>
          </a:prstGeom>
          <a:solidFill>
            <a:srgbClr val="F4F7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3317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HISTORY VIEW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720840" y="2788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Ctrl+H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09560" y="2862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打開歷史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3566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444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Ctrl+Shift+Delete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915400" y="36027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清除全部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20840" y="4251960"/>
            <a:ext cx="37947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History 不佔用 report header；它是 Evidence 區域的次要入口，能一覽所有 report 並在過大時一鍵清除。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NVT FW Combiner 0.7.3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判讀錯誤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11368735" y="22860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11185855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遇到 blocked 時，先看 issue code 再回去改輸入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大多數問題是 profile gate，不是 UI 壞掉；不要用 General 模式硬繞。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" y="2121408"/>
            <a:ext cx="108356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957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訊號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520440" y="23957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含義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269480" y="23957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處理方式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2660904"/>
            <a:ext cx="1046988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977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Missing BIN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3520440" y="2779776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Required slot 沒放檔案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69480" y="2779776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補 base / replacement BIN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3136392"/>
            <a:ext cx="1046988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5526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Unsupported length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3520440" y="3255264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950/951 base 不是 0x40000 / 0x80000 / 0x100000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69480" y="3255264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換正確 base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" y="3611880"/>
            <a:ext cx="1046988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73075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Protected range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3520440" y="3730752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mapping 打到 header/customer/backup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69480" y="3730752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改 target 或改用已核准 workflow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4087368"/>
            <a:ext cx="1046988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20624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Postbuild category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3520440" y="4206240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Common FW 版本與 postbuild category 不一致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69480" y="4206240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確認 base FWConfig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8680" y="4562856"/>
            <a:ext cx="1046988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68172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18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Unexpected diff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3520440" y="4681728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processor 寫到未宣告範圍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69480" y="4681728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停止使用該 output，回報 evidence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5669280"/>
            <a:ext cx="10835640" cy="4572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815584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原則：沒有 owner evidence 的 range / CRC / header 語意，不在 UI 或 CLI 裡硬猜。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NVT FW Combiner 0.7.3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日常檢查清單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11368735" y="22860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11185855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每次交付前，用這張確認沒有走偏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這是 0.7.3 baseline 的最短安全檢查。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98448" y="2249424"/>
            <a:ext cx="594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20665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先 Preview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0" y="21031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沒有 valid preview，不按 Build。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98448" y="2999232"/>
            <a:ext cx="594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8163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 Memory coverage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28529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確認 range 沒畫到不該改的位置。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822960" y="358444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98448" y="3749040"/>
            <a:ext cx="594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 Processor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0" y="360273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CtrlRAM / TP-touch Replace 要看到 Combiner postbuild。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822960" y="43342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98448" y="4498848"/>
            <a:ext cx="594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0" y="43159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 Output diff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89120" y="435254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accepted CRC/header OK；unexpected diff 不交付。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822960" y="508406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298448" y="5248656"/>
            <a:ext cx="594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50657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留 Report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389120" y="510235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2607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需要追溯時用 History 找 runId / hash / command。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8183880" y="2084832"/>
            <a:ext cx="2834640" cy="3337560"/>
          </a:xfrm>
          <a:prstGeom prst="roundRect">
            <a:avLst>
              <a:gd name="adj" fmla="val 2581"/>
            </a:avLst>
          </a:prstGeom>
          <a:solidFill>
            <a:srgbClr val="F4F7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0.8.0 入口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85632" y="2816352"/>
            <a:ext cx="20574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5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包裝與發佈證據</a:t>
            </a:r>
            <a:endParaRPr lang="en-US" sz="1150" dirty="0"/>
          </a:p>
          <a:p>
            <a:r>
              <a:rPr lang="en-US" sz="115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性能與 clean-machine smoke</a:t>
            </a:r>
            <a:endParaRPr lang="en-US" sz="1150" dirty="0"/>
          </a:p>
          <a:p>
            <a:r>
              <a:rPr lang="en-US" sz="115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UI polish 與公版控件再收斂</a:t>
            </a:r>
            <a:endParaRPr lang="en-US" sz="1150" dirty="0"/>
          </a:p>
          <a:p>
            <a:r>
              <a:rPr lang="en-US" sz="1150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不主動重啟 AB Code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598932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結論：先用 0.7.3 做可追溯的 Merge / Replace 操作；support claim 等 golden 與 firmware sign-off。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NVT FW Combiner 0.7.3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NVT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NVT FW Combiner 0.7.3 教學</dc:title>
  <dc:subject>NVT FW Combiner 0.7.3 tutorial</dc:subject>
  <dc:creator>NVT FW Combiner</dc:creator>
  <cp:lastModifiedBy>NVT FW Combiner</cp:lastModifiedBy>
  <cp:revision>1</cp:revision>
  <dcterms:created xsi:type="dcterms:W3CDTF">2026-07-06T16:51:22Z</dcterms:created>
  <dcterms:modified xsi:type="dcterms:W3CDTF">2026-07-06T16:51:22Z</dcterms:modified>
</cp:coreProperties>
</file>